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771959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86205541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903537265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46438422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34471645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26230202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836250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155952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21648008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12EB9F-EB32-A92C-41DF-342571740B9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414616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18319966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3698095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7799549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0700071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83066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72261890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19354959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52923960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4792476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915030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31412691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1384423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4654975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7872164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62608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88555885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887531213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44051187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85880082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56680669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64345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1506350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32508002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447442217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12950352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469901544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236390093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60820191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74126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71869501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010894297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51772003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323853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931054816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15580310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825181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1485434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295104663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6767566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840363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60155924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796481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16425954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251976391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32584157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825668054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7397317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79057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8656499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12198232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11200709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5947530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877488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589435840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13129831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3624783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7078295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891499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9933047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478103222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53420070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7554135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508998" name=""/>
          <p:cNvSpPr txBox="1"/>
          <p:nvPr/>
        </p:nvSpPr>
        <p:spPr bwMode="auto">
          <a:xfrm rot="0" flipH="0" flipV="0">
            <a:off x="190293" y="808720"/>
            <a:ext cx="11803836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Pourquoi cette présentation ?</a:t>
            </a: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Changer de paradigme : z/OS Connect n'est pas un simple composant technique, c'est le pont stratégique qui transforme le Mainframe en un fournisseur de microservices agile.</a:t>
            </a: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Libérer le patrimoine métier : Le Mainframe devient un moteur d'innovation et non plus un silo isolé ("Démystification du Z").</a:t>
            </a:r>
            <a:endParaRPr sz="1600"/>
          </a:p>
        </p:txBody>
      </p:sp>
      <p:sp>
        <p:nvSpPr>
          <p:cNvPr id="1073916612" name=""/>
          <p:cNvSpPr txBox="1"/>
          <p:nvPr/>
        </p:nvSpPr>
        <p:spPr bwMode="auto">
          <a:xfrm rot="0" flipH="0" flipV="0">
            <a:off x="10293" y="151984"/>
            <a:ext cx="1218747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Enjeux et Valeur Ajoutée de z/OS Connect</a:t>
            </a:r>
            <a:endParaRPr/>
          </a:p>
        </p:txBody>
      </p:sp>
      <p:sp>
        <p:nvSpPr>
          <p:cNvPr id="1964177257" name=""/>
          <p:cNvSpPr txBox="1"/>
          <p:nvPr/>
        </p:nvSpPr>
        <p:spPr bwMode="auto">
          <a:xfrm rot="0" flipH="0" flipV="0">
            <a:off x="200674" y="2228002"/>
            <a:ext cx="11811756" cy="2774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Les Bénéfices Clés</a:t>
            </a: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Accélération du Time-to-Market :</a:t>
            </a:r>
            <a:endParaRPr sz="1600"/>
          </a:p>
          <a:p>
            <a:pPr marL="683929" lvl="1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Exposition de services via des standards REST/JSON (OpenAPI).</a:t>
            </a:r>
            <a:endParaRPr sz="1600"/>
          </a:p>
          <a:p>
            <a:pPr marL="683929" lvl="1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Consommation immédiate par les équipes sans montée en compétence sur les technos Mainframe (COBOL, Copybooks).</a:t>
            </a:r>
            <a:endParaRPr sz="1600"/>
          </a:p>
          <a:p>
            <a:pPr marL="283879" lvl="0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Sécurité &amp; Conformité Bancaire :</a:t>
            </a:r>
            <a:endParaRPr sz="1600"/>
          </a:p>
          <a:p>
            <a:pPr marL="683929" lvl="1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Protection native : Intégration transparente avec RACF et les protocoles TLS/OAuth2.</a:t>
            </a:r>
            <a:endParaRPr sz="1600"/>
          </a:p>
          <a:p>
            <a:pPr marL="683929" lvl="1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Traçabilité totale des flux, de l'application mobile jusqu'à la base de données.</a:t>
            </a:r>
            <a:endParaRPr sz="1600"/>
          </a:p>
          <a:p>
            <a:pPr marL="283879" lvl="0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Efficience Économique :</a:t>
            </a:r>
            <a:endParaRPr sz="1600"/>
          </a:p>
          <a:p>
            <a:pPr marL="683929" lvl="1" indent="-283879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Optimisation des coûts de fonctionnement : Solution éligible aux processeurs zIIP, limitant l'impact sur la consommation MIPS facturable.</a:t>
            </a:r>
            <a:endParaRPr sz="1600"/>
          </a:p>
        </p:txBody>
      </p:sp>
      <p:sp>
        <p:nvSpPr>
          <p:cNvPr id="1489470857" name=""/>
          <p:cNvSpPr txBox="1"/>
          <p:nvPr/>
        </p:nvSpPr>
        <p:spPr bwMode="auto">
          <a:xfrm rot="0" flipH="0" flipV="0">
            <a:off x="200674" y="5431146"/>
            <a:ext cx="11807075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Enjeux de Pilotage (Vision Transverse)</a:t>
            </a: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Intégration CI/CD : Automatisation du déploiement des API pour s'aligner sur les cycles de développement modernes (DevOps).</a:t>
            </a: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Gouvernance Unifiée : Une gestion claire des responsabilités entre les équipes "Sytème" et les équipes "Digitales".</a:t>
            </a: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Performance &amp; Fiabilité : Préservation de l'intégrité des transactions critiques (CICS) avec un overhead minimal.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2012-12-03T06:56:55Z</dcterms:created>
  <dcterms:modified xsi:type="dcterms:W3CDTF">2026-01-02T13:08:35Z</dcterms:modified>
</cp:coreProperties>
</file>